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attpredict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937"/>
                </a:solidFill>
              </a:defRPr>
            </a:pPr>
            <a:r>
              <a:t>瓦特预言</a:t>
            </a:r>
          </a:p>
          <a:p>
            <a:pPr algn="ctr">
              <a:spcBef>
                <a:spcPts val="1600"/>
              </a:spcBef>
              <a:defRPr sz="2200">
                <a:solidFill>
                  <a:srgbClr val="6B7280"/>
                </a:solidFill>
              </a:defRPr>
            </a:pPr>
            <a:r>
              <a:t>WattPredict · 智能电费推演平台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市场痛点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中国居民电价采用阶梯计价，但 90% 用户不了解自家电费如何计算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夏季空调电费暴涨，用户只知道「贵」，不知道「贵在哪里」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商业/工业用户面临更复杂的两部制电价、分时电价，缺乏优化工具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现有工具仅记录用电，无法推演「如果…会怎样」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省电建议停留在「随手关灯」，缺乏可量化的策略指导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产品定位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瓦特预言 = 电费推演引擎 + 账单校准 + 优化建议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核心价值：让用户看到「调高空调 1 度，每月省 15 元」的可量化结论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覆盖三大用电场景：家庭、商业、工业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先推演后行动，告别盲目省电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单位统一为「元」，直接关联钱包感知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推演引擎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录入家电/设备清单与使用习惯</a:t>
            </a:r>
          </a:p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运行多情景推演（如：空调调高 1 度）</a:t>
            </a:r>
          </a:p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计算每月预估电费与各情景节省金额</a:t>
            </a:r>
          </a:p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支持峰谷电价、阶梯电价精确计算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账单校准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每月提交实际电费账单</a:t>
            </a:r>
          </a:p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自动计算反推单价与偏差</a:t>
            </a:r>
          </a:p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模型自动校准，越用越准</a:t>
            </a:r>
          </a:p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偏差超过 15% 时智能提醒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三类型电表覆盖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家庭用电 (Residential)：阶梯电价 + 峰谷电价，覆盖城市家庭、农村住户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商业用电 (Commercial)：单一制/分时电价，覆盖商铺、写字楼、餐饮、零售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工业用电 (Industrial)：两部制电价（基本电费 + 电度电费），覆盖制造业、工厂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MVP v0.1 优先广东全省，后续扩展上海、浙江及全国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前端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Next.js 15 + React 19 + TypeScript</a:t>
            </a:r>
          </a:p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Tailwind CSS + shadcn/ui 组件库</a:t>
            </a:r>
          </a:p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Server Actions 处理数据变更</a:t>
            </a:r>
          </a:p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TanStack Query 服务端状态管理</a:t>
            </a:r>
          </a:p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Phase 2: React Native + Expo 移动端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后端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Go 1.22+ 高性能推演引擎</a:t>
            </a:r>
          </a:p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chi/v5 HTTP 路由，完全无状态</a:t>
            </a:r>
          </a:p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Supabase PostgreSQL + Auth + RLS</a:t>
            </a:r>
          </a:p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Fly.io 部署 Go 引擎</a:t>
            </a:r>
          </a:p>
          <a:p>
            <a:pPr>
              <a:spcBef>
                <a:spcPts val="1400"/>
              </a:spcBef>
              <a:defRPr sz="1800">
                <a:solidFill>
                  <a:srgbClr val="4B5563"/>
                </a:solidFill>
              </a:defRPr>
            </a:pPr>
            <a:r>
              <a:t>●  Vercel 部署 Next.js 应用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免费版：1 个场景、家庭用电、基础推演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Pro 月付 ¥8/月：无限场景、三类型电表、全部功能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Pro 年付 ¥68/年：年付优惠，适合长期用户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企业版：工业需量优化、API 接入、定制部署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场景是价值单元：用户不为功能付费，为「发现每个用电场景的省钱机会」付费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Phase 1 (MVP v0.1，4周)：广东全省 + 三类型电表 + Web 端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Phase 2 (v0.2，4周)：上海 + 浙江 + React Native App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Phase 3 (v0.3，4周)：全国扩展 + 工业需量优化算法 + 硬件原型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长期：物联网电表数据接入、AI 用电优化建议、碳排放计算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竞争优势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唯一同时覆盖家庭/商业/工业三类型的电费推演平台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账单校准闭环：推演 → 对比 → 校准 → 更准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以「元」为单位的结果呈现，直接关联用户感知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Go 引擎高并发推演，响应 &lt; 500ms</a:t>
            </a:r>
          </a:p>
          <a:p>
            <a:pPr>
              <a:spcBef>
                <a:spcPts val="1800"/>
              </a:spcBef>
              <a:defRPr sz="2000">
                <a:solidFill>
                  <a:srgbClr val="4B5563"/>
                </a:solidFill>
              </a:defRPr>
            </a:pPr>
            <a:r>
              <a:t>●  广东电价规则首发，深耕粤港澳大湾区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attpredict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937"/>
                </a:solidFill>
              </a:defRPr>
            </a:pPr>
            <a:r>
              <a:t>瓦特预言 WattPredict</a:t>
            </a:r>
          </a:p>
          <a:p>
            <a:pPr algn="ctr">
              <a:spcBef>
                <a:spcPts val="1600"/>
              </a:spcBef>
              <a:defRPr sz="2200">
                <a:solidFill>
                  <a:srgbClr val="6B7280"/>
                </a:solidFill>
              </a:defRPr>
            </a:pPr>
            <a:r>
              <a:t>让每一度电都花得明明白白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